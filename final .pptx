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78"/>
  </p:normalViewPr>
  <p:slideViewPr>
    <p:cSldViewPr snapToGrid="0" snapToObjects="1">
      <p:cViewPr varScale="1">
        <p:scale>
          <a:sx n="109" d="100"/>
          <a:sy n="109" d="100"/>
        </p:scale>
        <p:origin x="18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1" y="-5862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BY</a:t>
            </a:r>
          </a:p>
          <a:p>
            <a:pPr algn="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.Kusala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Krishna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3186" y="2286000"/>
            <a:ext cx="865762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sz="4000" dirty="0"/>
              <a:t>ABC X1 Smartwatch Sentiment Analyzer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2945" y="274320"/>
            <a:ext cx="667811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Need to quickly identify customer satisfaction patterns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ABC X1 Smartwatch requires data-driven product insights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automated sentiment analysis system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Classify reviews: Positive / Neutral / Negative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as user-friendly web application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Achieve high accuracy using state-of-the-art NLP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Pre-trained BERT Transformer Model</a:t>
            </a:r>
          </a:p>
          <a:p>
            <a:pPr>
              <a:spcBef>
                <a:spcPts val="1200"/>
              </a:spcBef>
              <a:defRPr sz="2000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Workflow: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1. Data Collection &amp; Preparation (6,000+ reviews)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2. Exploratory Data Analysis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3. Model Selection (Classical ML vs. BERT)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4. BERT Model Integration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5. Flask Web Application Deployment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6. Testing &amp; Validation</a:t>
            </a:r>
          </a:p>
          <a:p>
            <a:pPr algn="ctr"/>
            <a:endParaRPr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375563" y="274320"/>
            <a:ext cx="839287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&amp; System Architecture</a:t>
            </a:r>
          </a:p>
        </p:txBody>
      </p:sp>
      <p:pic>
        <p:nvPicPr>
          <p:cNvPr id="5" name="Picture 4" descr="1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506" y="1527857"/>
            <a:ext cx="4600936" cy="42131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32870" y="274320"/>
            <a:ext cx="487825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606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smart_watch_review.csv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(6,000+ reviews)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Star ratings (1-5) mapped to sentiments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Cleaned and preprocessed data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Classical ML Models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Logistic Regression, Random Forest, SVM,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KNN,etc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Result: &lt;50% accuracy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Pre-trained BERT Transformer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nlptown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-base-multilingual-uncased-sentiment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Result: High accuracy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Hugging Face Transformers (BERT)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(Deep Learning Framework)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Scikit-learn (Evaluation Metrics)</a:t>
            </a:r>
          </a:p>
          <a:p>
            <a:pPr>
              <a:spcBef>
                <a:spcPts val="1200"/>
              </a:spcBef>
              <a:defRPr sz="2000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Web Development: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Flask (Python Web Framework)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HTML/CSS (Frontend UI)</a:t>
            </a:r>
          </a:p>
          <a:p>
            <a:pPr>
              <a:spcBef>
                <a:spcPts val="1200"/>
              </a:spcBef>
              <a:defRPr sz="2000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Data Processing: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Pandas, NumPy (Data manipulation)</a:t>
            </a:r>
          </a:p>
          <a:p>
            <a:pPr algn="ctr"/>
            <a:r>
              <a:rPr lang="en-US" sz="1400" dirty="0"/>
              <a:t> </a:t>
            </a:r>
            <a:endParaRPr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1429505" y="274320"/>
            <a:ext cx="628499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Model Pipeline</a:t>
            </a:r>
          </a:p>
        </p:txBody>
      </p:sp>
      <p:pic>
        <p:nvPicPr>
          <p:cNvPr id="5" name="Picture 4" descr="3_bert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470" y="1371600"/>
            <a:ext cx="46593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94535" y="274320"/>
            <a:ext cx="395492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775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BERT Model: High accuracy on sentiment classification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Successfully predicts Positive/Neutral/Negative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confidence scores for predictions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Verified Test Cases: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"Worst watch ever" → Negative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"It is okay, average" → Neutral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"Amazing watch, love it!" → Positive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Insights: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BERT outperforms classical ML models significantly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Pre-trained models eliminate need for feature engineering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Transfer learning is crucial for NLP tasks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58730" y="274320"/>
            <a:ext cx="562654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19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Successfully built sentiment analysis system using BERT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Deployed as Flask web application with professional UI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actionable insights from customer reviews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Demonstrated superiority of transformers over classical ML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Scope: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Aspect-based sentiment analysis (battery, display, features)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Multi-language support expansion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dashboard for review monitoring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customer support systems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Mobile application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440</Words>
  <Application>Microsoft Macintosh PowerPoint</Application>
  <PresentationFormat>On-screen Show (4:3)</PresentationFormat>
  <Paragraphs>91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Kusala krishna kareti | AP23110010371</cp:lastModifiedBy>
  <cp:revision>8</cp:revision>
  <dcterms:created xsi:type="dcterms:W3CDTF">2013-01-27T09:14:16Z</dcterms:created>
  <dcterms:modified xsi:type="dcterms:W3CDTF">2025-12-09T04:52:05Z</dcterms:modified>
  <cp:category/>
</cp:coreProperties>
</file>